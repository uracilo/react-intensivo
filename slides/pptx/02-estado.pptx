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Día 2 — Estado y formularios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## El problema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UI estática no alcanza: hay que agregar y borrar tareas.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useState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const [tasks, setTasks] = useState(MOCK_TASKS)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Cambiar estado → React vuelve a dibujar.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Inmutabilidad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Mal: `tasks.push(x)`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Bien: `setTasks([...tasks, x])`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Formularios controlados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El estado es la fuente de verdad del input: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`value={title}` + `onChange={…}`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Validación (igual que Java)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Título 3–120 caracteres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Fecha no pasada al crear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Lifting state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Formulario dispara `onAdd`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Padre actualiza `tasks`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Grid se re-renderiza solo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CRUD en memoria: alta + borrado con mensajes de error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