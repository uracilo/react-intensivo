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Día 4 — Router y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## SPA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Una sola página HTML; el router cambia la vista.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React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&lt;Route path="/tasks/:id" element={&lt;TaskDetail /&gt;} /&gt;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HashRouter → ideal para GitHub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Rutas TaskFlow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/ · /projects · /projects/:id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/tasks · /tasks/new · /tasks/:id/edit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Create · Read · Update · Delete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Hoy: localStorage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Mañana: API Spring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Persistencia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Recargar el navegador no debe borrar el trabajo.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Dashboard con métricas + navegación completa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