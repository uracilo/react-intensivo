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Día 0 — HTML, CSS y JavaScript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## Bienvenida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Curso React Intensivo · TaskFlow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Primero: entender la web sin frameworks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¿Qué es una página web?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Tres lenguajes, un solo documento en el navegador: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HTML → estructura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CSS → apariencia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JavaScript → comportamiento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HTML: el esqueleto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&lt;!DOCTYPE html&gt;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&lt;html lang="es"&gt;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&lt;head&gt;…&lt;/head&gt;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&lt;body&gt;…&lt;/body&gt;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&lt;/html&gt;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Etiquetas semánticas: header, main, form, ul, button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CSS: box model y flexbox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Cada caja: content + padding + border + margin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`display: flex` alinea en una fila o columna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JavaScript y el DOM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El DOM es el árbol de nodos de la página.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JS puede: buscar nodos, crear elementos, escuchar eventos.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Estado en memoria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let tasks = [{ id: 1, title: '…', done: false }]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La UI se pinta a partir del array (función render)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Eventos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submit del form → agregar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change del checkbox → toggle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click → borrar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Siempre: preventDefault + render()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El dolor de pintar a mano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Si el estado cambia en 3 lugares, actualizás 3 rutinas.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Fácil desincronizar lo que ves y lo que “sabés”.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¿Y jQuery?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En 2006 unificó el DOM entre navegadores: `$('#x').append(...)`.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Hoy el problema no es el selector: es **el estado**.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Mañana: React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UI = f(estado)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Vos describís el resultado; React actualiza el DOM.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CFDF5"/>
                </a:solidFill>
                <a:latin typeface="Calibri"/>
              </a:defRPr>
            </a:pPr>
            <a:r>
              <a:t>Práctica de hoy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TaskFlow mínimo: listar / agregar / marcar hecha</a:t>
            </a:r>
          </a:p>
          <a:p>
            <a:pPr>
              <a:spcAft>
                <a:spcPts val="1000"/>
              </a:spcAft>
              <a:defRPr sz="2000">
                <a:solidFill>
                  <a:srgbClr val="E7E5E4"/>
                </a:solidFill>
                <a:latin typeface="Calibri"/>
              </a:defRPr>
            </a:pPr>
            <a:r>
              <a:t>Archivos: index.html · styles.css · app.js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