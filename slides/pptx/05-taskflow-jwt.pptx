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Día 5 — JWT y API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## El eslabón final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El frontend habla con el mismo backend que construyeron en Java.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POST /auth/login { username, password }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→ { token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Bearer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Authorization: Bearer eyJhbGciOi…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En cada request protegido.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AuthContext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Guarda usuario/token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Protege rutas privadas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Logout limpia localStorage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Fallback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Sin API: ana/ana123 sigue funcionando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Ideal para proyectar en clase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VITE_API_URL=http://localhost:8080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VITE_USE_API=true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Práctica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TaskFlow usable: login + CRUD contra Spring o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