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Día 3 — Datos y custom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## Del array local a la red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En producción los datos vienen de `GET /tasks`.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useEffect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Ejecuta código cuando montás el componente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o cuando cambian las dependencias.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fetch + async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const res = await fetch(url)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const data = await res.json()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Cuatro estados de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Loading · Error · Empty · Success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Nunca asumas que siempre hay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Custom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function useTasks(filters) {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// loading, error, data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La página solo consume el hook.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Filtros + API mock con delay 400 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