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1 — Fundamentos React +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De HTML a componentes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Ayer: archivos separados.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Hoy: un componente agrupa marcado + lógica + props.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Herramienta que sirve el proyecto en desarrollo.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`npm run dev` → http://localhost:5173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Parece HTML dentro de JavaScript.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Reglas: un padre, `className`, tags cerrados.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TypeScript = contrato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interface Task {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id: number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title: string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status: 'TODO' | 'IN_PROGRESS' | 'DONE'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Mismo dominio que el backend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Padre pasa datos → hijo los muestra.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Las props no se mutan.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Listas y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tasks.map(task =&gt; &lt;TaskCard key={task.id} task={task} /&gt;)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La key ayuda a React a reconciliar.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Grid de cards con MOCK_TASKS (seed ana/luis)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